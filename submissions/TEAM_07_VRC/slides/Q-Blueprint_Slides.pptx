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3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SCRIPT, 0:00. One sentence: we built a simulated drifting transmon, an agent that recalibrates it from shot counts only, and measured what that does to a QAOA. Say that all numbers are simulation results with fixed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Walk the loop left to right. Stress the information barrier: the agent gets integer counts only; the oracle error is used only for scoring. Controls change the pulse, not the transmon.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Show populations. Point out that leakage is tiny (1.7e-4) but the beta=0 error is 2.5e-3: it is mostly a coherent Stark tilt, which DRAG cancels at about 0.59/|alpha|, not 1/|alpha|.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One figure, three panels. Say: amplitude and Ramsey errors fall with shots; DRAG fit is bounded to the physical fringe rate; DRAG must be calibrated after frequency (0.016 ns shift per 100 kHz residual).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3:00. Equal total shots. Adaptive wins at 400 shots and above (about 2.7 times fewer shots for 0.5 kHz). Be upfront: below 200 shots it has a 1 percent alias-failure rate and is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4:00. Left to right: P0 keeps its +815 kHz belief after the jump at 5.5 h and the error stays above threshold; P1 spikes then recovers; P2 catches the jump at the next check. Single run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5:00. Key message: calibration is almost free in this model, so periodic recalibration wins. P2 gives no clear gain when health-check shots count as downtime; paired difference is +6.7e-5, CI 3.2e-5 to 1.0e-4.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6:00. Read the sentence for P1: spends 0.0086 percent of the day calibrating, within 0.5 percent of ideal for 97.2 percent of the day. The p=1 ring QAOA is forgiving: even P0 loses only 0.23 percent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7:00. Close with the honest points. Invite questions. Likely viva questions: why mode-based posterior summary, why DRAG optimum is 0.59 over alpha, why P2 loses, how the barrier is enforced.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Qubit Tune Itself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auto-calibration of a drifting three-level transmon, and what it does to a QAOA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QARC IIT (ISM) Dhanbad  |  Concetto'26  |  Q-Blueprint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Three-level transmon with drifting detuning (OU + telegraph) and drive gain (sinusoid + OU), seed 2026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sees only shot counts (500 µs per shot, readout errors 1% / 3%)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Primitives: amplitude (error amplification), Ramsey frequency (Bayesian), DRAG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Policies: P0 never, P1 fixed period, P2 health check then recalibrate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Judged by the hidden oracle gate error and a p=1 QAOA on a 4-ring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→ gate → counts → estimate → decision → new controls (pulse only)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and hidden drift are never imported by agent code (AST test).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check: the static π pulse</a:t>
            </a:r>
            <a:endParaRPr lang="en-US" sz="2400" dirty="0"/>
          </a:p>
        </p:txBody>
      </p:sp>
      <p:pic>
        <p:nvPicPr>
          <p:cNvPr id="5" name="Image 0" descr="/mnt/user-data/outputs/fig3_static_pi_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5486400" cy="19735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26480" y="914400"/>
            <a:ext cx="2651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= 0: error 2.5e-3, leakage 1.7e-4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β = −0.313 ns (first order: −0.53 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error: 1.75e-4 (π), 1.4e-5 (π/2)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Propagator: unitary to 1e-13, 2nd-order convergent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Simulation, Δ=0, g=1, α/2π=−300 MHz, t_g=20 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primitives converge</a:t>
            </a:r>
            <a:endParaRPr lang="en-US" sz="2400" dirty="0"/>
          </a:p>
        </p:txBody>
      </p:sp>
      <p:pic>
        <p:nvPicPr>
          <p:cNvPr id="5" name="Image 0" descr="/mnt/user-data/outputs/fig4_calibration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247135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Amplitude: RMS 9e-3 → 1.4e-3 (60 → 1920 shots); Ramsey ladder aliases beyond 1.67 MHz, as predicted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DRAG: 0.011 → 0.0027 ns; order matters: frequency first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Bayesian Ramsey vs fixed grid</a:t>
            </a:r>
            <a:endParaRPr lang="en-US" sz="2400" dirty="0"/>
          </a:p>
        </p:txBody>
      </p:sp>
      <p:pic>
        <p:nvPicPr>
          <p:cNvPr id="5" name="Image 0" descr="/mnt/user-data/outputs/fig8_adaptive_vs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243479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kHz RMS: ~420 shots adaptive vs ~1,110 fixed log grid (2.7×)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limit: at N ≤ 200 adaptive has ~1% alias failures; fixed grid is safer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linear grid aliases (84–99% failures)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random detunings per budget. RMS, not a confidence interval.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day, official seed 2026</a:t>
            </a:r>
            <a:endParaRPr lang="en-US" sz="2400" dirty="0"/>
          </a:p>
        </p:txBody>
      </p:sp>
      <p:pic>
        <p:nvPicPr>
          <p:cNvPr id="5" name="Image 0" descr="/mnt/user-data/outputs/fig10_policy_traces_official_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5029200" cy="369794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P0: error above 1e-3 for much of the day after the jump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(60 min): recovers within the hour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P2: detects the jump, then recalibrates 3 more times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calibration: ~2,600 shots (1.3 s); warm: ~520 shots (0.26 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(grey) vs agent belief (red). Single run per policy, shot noise included.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Pareto: cost vs gate error (21 seeds)</a:t>
            </a:r>
            <a:endParaRPr lang="en-US" sz="2400" dirty="0"/>
          </a:p>
        </p:txBody>
      </p:sp>
      <p:pic>
        <p:nvPicPr>
          <p:cNvPr id="5" name="Image 0" descr="/mnt/user-data/outputs/fig11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23648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60 min: error 2.15e-4 ± 0.23e-4 (95% CI) vs 8.84e-4 for P0, at 0.0086% of the 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gives no clear gain when health-check shots count as downtime: +6.7e-5 error for 0.0014 points less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10 s overhead per event P2 leaves the frontier; if checks are free it fills the middle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Points: seed means. Bars: 95% t-interval of the mean, 21 seeds. Open markers: seed 2026.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hardware error to QAOA cost</a:t>
            </a:r>
            <a:endParaRPr lang="en-US" sz="2400" dirty="0"/>
          </a:p>
        </p:txBody>
      </p:sp>
      <p:pic>
        <p:nvPicPr>
          <p:cNvPr id="5" name="Image 0" descr="/mnt/user-data/outputs/fig12_qaoa_vs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5486400" cy="1736203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(z=0.5%)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P1, 60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0.0086%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P2, 30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126480" y="9144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⟨C⟩/C_max = 0.75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spends y of the day calibrating; QAOA within z = 0.5% of ideal for w of the 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Telegraph jump hurts QAOA most (0.176% shortfall)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seeds, 95% CI of the mean; y includes health checks. Official seed P0: w = 44.3%.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9601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Recalibrating every 30–60 min keeps error near the 0.94e-4 floor at under 0.02% of the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jump hurts the algorithm most; gain drift hurts raw gate error most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Bayesian design saves ~2.7× shots at ≥ 400 shots; not at tiny budgets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result: health-check policy gives no clear gain over periodic recalibration under the specified accounting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is coherent only; idle-detuning phase in QAOA not modelled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ranges chosen after looking at the official seed; only 3 headline policies pre-registered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with AI assistance (Claude, Anthropic); cited in the report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Office PowerPoint</Application>
  <PresentationFormat>On-screen Show (16:9)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Q-Blueprint: Closed-Loop Auto-Calibration</dc:title>
  <dc:subject>PptxGenJS Presentation</dc:subject>
  <dc:creator>PptxGenJS</dc:creator>
  <cp:lastModifiedBy>Venkat c</cp:lastModifiedBy>
  <cp:revision>1</cp:revision>
  <dcterms:created xsi:type="dcterms:W3CDTF">2026-10-09T09:05:16Z</dcterms:created>
  <dcterms:modified xsi:type="dcterms:W3CDTF">2026-10-09T10:55:19Z</dcterms:modified>
</cp:coreProperties>
</file>